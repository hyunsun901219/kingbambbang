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코팅 Section 자료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재원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liquid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공급사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Type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Machine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공급사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Type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Base Parameter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10896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토출압 (bar)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 Nozzle Speed (m/s)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 Nozzle Speed (m/s)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JG EV 라인과 동일 코팅 설비 기준 — SX3K 확정 사양 수신 후 업데이트 예정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코팅 Section 자료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부위별 코팅 두께 측정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58568"/>
                <a:gridCol w="2258568"/>
                <a:gridCol w="22494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\ Sample No.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(센싱탭)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(퓨즈)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(커넥터)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(NTC)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코팅 Section 자료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NTC 도포 방식 검토 (설비 자동 도포 → Manual 도포)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29184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NTC 외관 사진 삽입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329184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단면 사진 삽입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(422 / 527 / 119 um)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596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설비 자동 도포 시 편차 불량 예시 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1371600"/>
            <a:ext cx="4892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508760"/>
            <a:ext cx="4572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설비 자동 도포 시 문제점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NTC 소자 기준 좌/우 코팅 두께 편차 발생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(예: 좌 422um / 상 527um / 우 119um)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노즐 토출 경로 특성상 소자 한쪽으로 코팅액 쏠림 발생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→ 한쪽 과도포 / 반대쪽 박도포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박도포부는 소자 보호·절연 성능 저하 우려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개선 방안 : NTC부 Manual 도포 적용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소자 중심 기준 도포 위치/양 조절 가능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→ 좌/우 균일한 돔 형상 확보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두께 편차 최소화로 소자 보호 품질 안정성 확보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결론 : </a:t>
            </a:r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NTC부는 Manual 도포 적용 제안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코팅 Section 자료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부위별 코팅 두께 측정 결과: 센싱탭 [ ]um / 퓨즈 [ ]um / 커넥터 [ ]um / NTC [ ]um 수준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코팅 두께 관리 기준: [ 부위별 관리 기준 기입 ]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NTC부는 설비 자동 도포 시 좌/우 편차 발생 → Manual 도포 적용 제안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추가 Summary 항목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실제 SX3K 섹션 자료 수신 후 구성/수치 업데이트 예정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2026-08-07T01:51:13Z</dcterms:created>
  <dcterms:modified xsi:type="dcterms:W3CDTF">2026-08-07T01:51:13Z</dcterms:modified>
</cp:coreProperties>
</file>