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Coating D.O.E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목적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-. SX3K 소자 및 M/C Head 별 중량 관리를 위한 DOE 진행  [문구 확인 필요]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재원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liquid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공급사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Type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Machine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공급사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Type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Base Parameter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10896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토출압 (bar)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 Nozzle Speed (m/s)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 Nozzle Speed (m/s)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120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[ 센싱탭 개별 관리 영역/속도 등 특이사항 기입 ]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Coating D.O.E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DOE results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554480"/>
                <a:gridCol w="1554480"/>
                <a:gridCol w="1554480"/>
                <a:gridCol w="1554480"/>
              </a:tblGrid>
              <a:tr h="3017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 2- 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 2- 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 3- 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 3- 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92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943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Head / M/C 구성은 SX3K 기준으로 수정 예정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Coating D.O.E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DOE results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914400"/>
              </a:tblGrid>
              <a:tr h="25603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중량 (g)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5603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M/C2-L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M/C2-R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M/C3-L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914400"/>
              </a:tblGrid>
              <a:tr h="25603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중량 (g)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5603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M/C3-R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Coating D.O.E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두께 측정 이미지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58568"/>
                <a:gridCol w="2258568"/>
                <a:gridCol w="22494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\ Sample No.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 Board #3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(센싱탭)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(퓨즈)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(커넥터)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Point.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(NTC)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9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삽입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SX3K Coating D.O.E Report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06640" y="164592"/>
            <a:ext cx="170992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95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95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6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indent="0" marL="0">
              <a:lnSpc>
                <a:spcPct val="90000"/>
              </a:lnSpc>
              <a:buNone/>
            </a:pPr>
            <a:r>
              <a:rPr lang="en-US" sz="1105" b="1" dirty="0">
                <a:solidFill>
                  <a:srgbClr val="E84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”</a:t>
            </a:r>
            <a:endParaRPr lang="en-US" sz="595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센싱탭 부분은 개별 중량 관리를 위한 Coating Area Size 통일 ( [ ]mm * [ ]mm )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별 [ ]회 반복 측정 결과 센싱탭 평균 [ ]g , Fuse 평균 [ ]g 의 중량 토출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센싱탭의 경우 Min, Max 차이가 [ ]% 내외로 해당 관련 SPEC 범위를 [ ]g 으로 산정 관리 ( [ ] ± [ ]g )</a:t>
            </a:r>
            <a:endParaRPr lang="en-US" sz="12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Fuse의 경우 Min, Max 차이가 [ ]g 내외로 해당 관련 SPEC 범위를 [ ]g 으로 산정 관리 ( [ ] ± [ ]g 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실측 데이터 확정 후 수치 기입 예정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473952"/>
            <a:ext cx="868680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6510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Solution Company with Advanced Technology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64922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2026-08-07T01:48:26Z</dcterms:created>
  <dcterms:modified xsi:type="dcterms:W3CDTF">2026-08-07T01:48:26Z</dcterms:modified>
</cp:coreProperties>
</file>