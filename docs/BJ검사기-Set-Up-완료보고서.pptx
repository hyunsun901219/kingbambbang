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3209544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13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1013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2295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2295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2295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1013" dirty="0"/>
          </a:p>
        </p:txBody>
      </p:sp>
      <p:sp>
        <p:nvSpPr>
          <p:cNvPr id="5" name="Shape 3"/>
          <p:cNvSpPr/>
          <p:nvPr/>
        </p:nvSpPr>
        <p:spPr>
          <a:xfrm>
            <a:off x="3611880" y="566928"/>
            <a:ext cx="5029200" cy="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BJ EV 검사기 Set-Up 완료 보고서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7909560" cy="0"/>
          </a:xfrm>
          <a:prstGeom prst="line">
            <a:avLst/>
          </a:prstGeom>
          <a:noFill/>
          <a:ln w="12700">
            <a:solidFill>
              <a:srgbClr val="2E5B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63240"/>
            <a:ext cx="2194560" cy="91440"/>
          </a:xfrm>
          <a:prstGeom prst="rect">
            <a:avLst/>
          </a:prstGeom>
          <a:solidFill>
            <a:srgbClr val="2E5B9F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2670048"/>
            <a:ext cx="411480" cy="411480"/>
          </a:xfrm>
          <a:prstGeom prst="rect">
            <a:avLst/>
          </a:prstGeom>
          <a:solidFill>
            <a:srgbClr val="2E5B9F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23160" y="3977640"/>
          <a:ext cx="429768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786384"/>
                <a:gridCol w="786384"/>
                <a:gridCol w="786384"/>
                <a:gridCol w="786384"/>
                <a:gridCol w="768096"/>
              </a:tblGrid>
              <a:tr h="32004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부문장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0" y="5669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EV생산기술팀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5989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년 8 월 7 일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6382512"/>
            <a:ext cx="84124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6455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 Solution  Company  with  Advanced  Technology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0" y="6355080"/>
            <a:ext cx="1711757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셋업 LAY 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412480" cy="0"/>
          </a:xfrm>
          <a:prstGeom prst="line">
            <a:avLst/>
          </a:prstGeom>
          <a:noFill/>
          <a:ln w="34925">
            <a:solidFill>
              <a:srgbClr val="17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1645920" cy="329184"/>
          </a:xfrm>
          <a:prstGeom prst="rect">
            <a:avLst/>
          </a:prstGeom>
          <a:solidFill>
            <a:srgbClr val="2E5B9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BJ 라인 LAY 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8412480" cy="470916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35433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도면 / 사진 삽입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6382512"/>
            <a:ext cx="84124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455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 Solution  Company  with  Advanced  Technology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6355080"/>
            <a:ext cx="1711757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420624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내전압&amp;절연저항 검사기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412480" cy="0"/>
          </a:xfrm>
          <a:prstGeom prst="line">
            <a:avLst/>
          </a:prstGeom>
          <a:noFill/>
          <a:ln w="34925">
            <a:solidFill>
              <a:srgbClr val="17365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45920"/>
                <a:gridCol w="685800"/>
                <a:gridCol w="1417320"/>
                <a:gridCol w="960120"/>
                <a:gridCol w="1417320"/>
                <a:gridCol w="457200"/>
                <a:gridCol w="1051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0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내전압&amp;절연저항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0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HIPOT Test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Machine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모델명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HIPOT Test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Machine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S/N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S/N 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44752"/>
          <a:ext cx="8412480" cy="9144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2697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1572768"/>
            <a:ext cx="393192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566928" y="25557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사진 삽입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36592" y="1572768"/>
            <a:ext cx="393192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4736592" y="25557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화면 사진 삽입</a:t>
            </a:r>
            <a:endParaRPr lang="en-US" sz="11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142232"/>
          <a:ext cx="8412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635240"/>
              </a:tblGrid>
              <a:tr h="205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 HIPOT 설비 Test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-. 내전압 Test 양/불 이상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-. 절연저항 Test 양/불 이상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-. 컨트롤 디스플레이 연동 / 동작 이상없음.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 셋업 결과 :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11480" y="6382512"/>
            <a:ext cx="84124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11480" y="6455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 Solution  Company  with  Advanced  Technology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315200" y="6355080"/>
            <a:ext cx="1711757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540" dirty="0"/>
          </a:p>
        </p:txBody>
      </p:sp>
      <p:sp>
        <p:nvSpPr>
          <p:cNvPr id="15" name="Text 10"/>
          <p:cNvSpPr/>
          <p:nvPr/>
        </p:nvSpPr>
        <p:spPr>
          <a:xfrm>
            <a:off x="420624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412480" cy="0"/>
          </a:xfrm>
          <a:prstGeom prst="line">
            <a:avLst/>
          </a:prstGeom>
          <a:noFill/>
          <a:ln w="34925">
            <a:solidFill>
              <a:srgbClr val="17365D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96112"/>
          <a:ext cx="8412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45920"/>
                <a:gridCol w="685800"/>
                <a:gridCol w="1417320"/>
                <a:gridCol w="960120"/>
                <a:gridCol w="1417320"/>
                <a:gridCol w="457200"/>
                <a:gridCol w="1051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0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 Test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Machine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모델명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 Test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Machine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S/N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S/N 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44752"/>
          <a:ext cx="8412480" cy="914400"/>
        </p:xfrm>
        <a:graphic>
          <a:graphicData uri="http://schemas.openxmlformats.org/drawingml/2006/table">
            <a:tbl>
              <a:tblPr/>
              <a:tblGrid>
                <a:gridCol w="8412480"/>
              </a:tblGrid>
              <a:tr h="2697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1572768"/>
            <a:ext cx="393192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566928" y="25557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사진 삽입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36592" y="1572768"/>
            <a:ext cx="393192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4736592" y="25557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9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화면 사진 삽입</a:t>
            </a:r>
            <a:endParaRPr lang="en-US" sz="11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142232"/>
          <a:ext cx="8412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7635240"/>
              </a:tblGrid>
              <a:tr h="2057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셋업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 EOL설비 Test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-. Open/Short Test 이상 없음.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-. 저저항 검사 Test 이상없음.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-. 컨트롤 디스플레이 연동 / 동작 이상없음.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□ 셋업 결과 : </a:t>
                      </a:r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11480" y="6382512"/>
            <a:ext cx="84124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11480" y="6455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 Solution  Company  with  Advanced  Technology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315200" y="6355080"/>
            <a:ext cx="1711757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540" dirty="0"/>
          </a:p>
        </p:txBody>
      </p:sp>
      <p:sp>
        <p:nvSpPr>
          <p:cNvPr id="15" name="Text 10"/>
          <p:cNvSpPr/>
          <p:nvPr/>
        </p:nvSpPr>
        <p:spPr>
          <a:xfrm>
            <a:off x="420624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 UP 개선/이상 리스트.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412480" cy="0"/>
          </a:xfrm>
          <a:prstGeom prst="line">
            <a:avLst/>
          </a:prstGeom>
          <a:noFill/>
          <a:ln w="34925">
            <a:solidFill>
              <a:srgbClr val="17365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749040"/>
                <a:gridCol w="3794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 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검사 전 캐리어 팝업 시 온도센서와 간섭 구간 기구물 수정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간섭 구간 기구물 수정 완료(7/23) → 캐리어 팝업 동작 시 온도센서 간섭 없음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검사 전 부품 바코드 리딩 확보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리더기 위치 조정 완료(7/23) → 부품 바코드 리딩 정상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내전압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내전압 검사 시 상부 동판과 FPCB 본딩부 코팅 영역(면적 증가 시) 간 접착 방지 대안 수립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코팅액 과도포 기준 대비 5mm 유격 적용 완료(7/23) → 내전압 검사 시 접착 현상 없음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 NTC 온도저항 → 온도 환산 후 표기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저항값 → 온도 환산 표기 적용 완료(7/23) → 검사 화면 온도값 표기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온도센서 별물 조립 후 EOL 검사 진행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및 JIG 수정, Set-Up 완료(7/23) → 온도센서 별물 조립 후 EOL 검사 진행 가능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70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※   제기: 세방리튬배터리 품질관리팀 (구현서 책임)  /  조치: 글로우원 개발팀 (장현순 매니저)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6382512"/>
            <a:ext cx="84124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6455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 Solution  Company  with  Advanced  Technology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0" y="6355080"/>
            <a:ext cx="1711757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540" dirty="0"/>
          </a:p>
        </p:txBody>
      </p:sp>
      <p:sp>
        <p:nvSpPr>
          <p:cNvPr id="9" name="Text 6"/>
          <p:cNvSpPr/>
          <p:nvPr/>
        </p:nvSpPr>
        <p:spPr>
          <a:xfrm>
            <a:off x="420624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3774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BJ EV INLINE(자동화 검사 라인) UPH.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412480" cy="0"/>
          </a:xfrm>
          <a:prstGeom prst="line">
            <a:avLst/>
          </a:prstGeom>
          <a:noFill/>
          <a:ln w="34925">
            <a:solidFill>
              <a:srgbClr val="17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자동화 검사 UPH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48640"/>
                <a:gridCol w="502920"/>
                <a:gridCol w="594360"/>
                <a:gridCol w="640080"/>
                <a:gridCol w="548640"/>
                <a:gridCol w="566928"/>
                <a:gridCol w="566928"/>
                <a:gridCol w="566928"/>
                <a:gridCol w="566928"/>
                <a:gridCol w="576072"/>
                <a:gridCol w="621792"/>
                <a:gridCol w="566928"/>
                <a:gridCol w="566928"/>
                <a:gridCol w="566928"/>
              </a:tblGrid>
              <a:tr h="32004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C/T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(SEC)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UPH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작업조건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 CAPA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생산계획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잔여 CAPA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50292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(일/월)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작업시간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(hr/일)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가동율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(%)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시간당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일당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생산대수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평균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(UPH)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과부족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(EA)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CAPA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대비(%)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확정 데이터 수신 후 기입 예정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1480" y="6382512"/>
            <a:ext cx="84124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455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Creative  Solution  Company  with  Advanced  Technology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6355080"/>
            <a:ext cx="1711757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songhyun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1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GlowOne</a:t>
            </a:r>
            <a:pPr algn="ctr" indent="0" marL="0">
              <a:lnSpc>
                <a:spcPct val="85000"/>
              </a:lnSpc>
              <a:buNone/>
            </a:pPr>
            <a:r>
              <a:rPr lang="en-US" sz="1224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</a:t>
            </a:r>
            <a:endParaRPr lang="en-US" sz="540" dirty="0"/>
          </a:p>
        </p:txBody>
      </p:sp>
      <p:sp>
        <p:nvSpPr>
          <p:cNvPr id="11" name="Text 8"/>
          <p:cNvSpPr/>
          <p:nvPr/>
        </p:nvSpPr>
        <p:spPr>
          <a:xfrm>
            <a:off x="4206240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2026-08-07T02:15:07Z</dcterms:created>
  <dcterms:modified xsi:type="dcterms:W3CDTF">2026-08-07T02:15:07Z</dcterms:modified>
</cp:coreProperties>
</file>